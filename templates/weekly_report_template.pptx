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ar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BFA55A-6327-4C89-8431-DCE885148B82}" v="8" dt="2026-04-26T11:06:21.3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Alsuliman" userId="65ffcc1673cffb28" providerId="LiveId" clId="{825D3638-CCB1-43D7-836D-E51A3AC77ADC}"/>
    <pc:docChg chg="custSel addSld modSld">
      <pc:chgData name="Ahmed Alsuliman" userId="65ffcc1673cffb28" providerId="LiveId" clId="{825D3638-CCB1-43D7-836D-E51A3AC77ADC}" dt="2026-04-26T11:06:21.407" v="26" actId="27636"/>
      <pc:docMkLst>
        <pc:docMk/>
      </pc:docMkLst>
      <pc:sldChg chg="addSp modSp new mod">
        <pc:chgData name="Ahmed Alsuliman" userId="65ffcc1673cffb28" providerId="LiveId" clId="{825D3638-CCB1-43D7-836D-E51A3AC77ADC}" dt="2026-04-26T11:06:21.407" v="26" actId="27636"/>
        <pc:sldMkLst>
          <pc:docMk/>
          <pc:sldMk cId="3025440452" sldId="256"/>
        </pc:sldMkLst>
        <pc:spChg chg="mod">
          <ac:chgData name="Ahmed Alsuliman" userId="65ffcc1673cffb28" providerId="LiveId" clId="{825D3638-CCB1-43D7-836D-E51A3AC77ADC}" dt="2026-04-26T11:05:12.506" v="12" actId="14100"/>
          <ac:spMkLst>
            <pc:docMk/>
            <pc:sldMk cId="3025440452" sldId="256"/>
            <ac:spMk id="2" creationId="{F6DFBCB5-0B12-5D74-35D5-AB081E5BB29C}"/>
          </ac:spMkLst>
        </pc:spChg>
        <pc:spChg chg="mod">
          <ac:chgData name="Ahmed Alsuliman" userId="65ffcc1673cffb28" providerId="LiveId" clId="{825D3638-CCB1-43D7-836D-E51A3AC77ADC}" dt="2026-04-26T11:05:58.965" v="20"/>
          <ac:spMkLst>
            <pc:docMk/>
            <pc:sldMk cId="3025440452" sldId="256"/>
            <ac:spMk id="3" creationId="{5C15D558-A9B3-5F7B-FF60-F82E4094AEB3}"/>
          </ac:spMkLst>
        </pc:spChg>
        <pc:spChg chg="add mod">
          <ac:chgData name="Ahmed Alsuliman" userId="65ffcc1673cffb28" providerId="LiveId" clId="{825D3638-CCB1-43D7-836D-E51A3AC77ADC}" dt="2026-04-26T11:05:40.992" v="16"/>
          <ac:spMkLst>
            <pc:docMk/>
            <pc:sldMk cId="3025440452" sldId="256"/>
            <ac:spMk id="4" creationId="{EA9E59E0-A9BB-6FD9-EFE5-A2BE0ADEC155}"/>
          </ac:spMkLst>
        </pc:spChg>
        <pc:spChg chg="add mod">
          <ac:chgData name="Ahmed Alsuliman" userId="65ffcc1673cffb28" providerId="LiveId" clId="{825D3638-CCB1-43D7-836D-E51A3AC77ADC}" dt="2026-04-26T11:06:07.455" v="22" actId="27636"/>
          <ac:spMkLst>
            <pc:docMk/>
            <pc:sldMk cId="3025440452" sldId="256"/>
            <ac:spMk id="5" creationId="{F60C9F11-BAEA-1CA1-3CAA-4DA4C001D124}"/>
          </ac:spMkLst>
        </pc:spChg>
        <pc:spChg chg="add mod">
          <ac:chgData name="Ahmed Alsuliman" userId="65ffcc1673cffb28" providerId="LiveId" clId="{825D3638-CCB1-43D7-836D-E51A3AC77ADC}" dt="2026-04-26T11:06:21.407" v="26" actId="27636"/>
          <ac:spMkLst>
            <pc:docMk/>
            <pc:sldMk cId="3025440452" sldId="256"/>
            <ac:spMk id="6" creationId="{2EA755E2-BAAC-35C6-AF44-B5C8CDB83F1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5C038-FE2A-DAD1-66F5-CA2AACE0BC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55777E-B0C8-768A-1002-36403BEAC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97367-A5B0-42BF-967B-2999CE006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6F2C-22BA-4399-B32E-908D1598D838}" type="datetimeFigureOut">
              <a:rPr lang="ar-SA" smtClean="0"/>
              <a:t>10/11/1447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8E423-CC94-8E9C-0F28-F53A26211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7DB73-4476-5093-2E18-DBC9B189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0AF9-041B-4704-BBC7-39A180CE8E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07859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1C425-E45B-3240-4835-2137F7BF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15AB4-AEDD-1B66-B176-D535068A1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83A14-D97B-A8EB-B785-A3A412829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6F2C-22BA-4399-B32E-908D1598D838}" type="datetimeFigureOut">
              <a:rPr lang="ar-SA" smtClean="0"/>
              <a:t>10/11/1447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B3E00-FCDC-A612-DA97-FAF609145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0DF95-A68D-71BB-CD7A-B376D1A5F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0AF9-041B-4704-BBC7-39A180CE8E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71128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323B5-FFBB-4E77-591D-4B895BC2E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01E45-0CF9-50A7-22B1-5353A1C56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E7025-61E5-7179-89D4-294BB1D90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6F2C-22BA-4399-B32E-908D1598D838}" type="datetimeFigureOut">
              <a:rPr lang="ar-SA" smtClean="0"/>
              <a:t>10/11/1447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3F2C3-ABC2-2A11-3978-1064C51F2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6AF76-7034-3787-A231-AA745221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0AF9-041B-4704-BBC7-39A180CE8E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43088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BBFB7-8EE6-337B-4B96-5F9DB5361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37A70-7F50-038F-7FE9-A1336033A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D55C9-3B87-A5DC-89F1-D6AB9E488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0E522-D111-D029-9144-2F334B423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6F2C-22BA-4399-B32E-908D1598D838}" type="datetimeFigureOut">
              <a:rPr lang="ar-SA" smtClean="0"/>
              <a:t>10/11/1447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38473-1FA5-A970-E72C-3A0EADD38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243E4-B2AB-1F89-8576-B48E86D19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0AF9-041B-4704-BBC7-39A180CE8E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82820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ACE79-76C6-7ABC-3700-7BEE46DDC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07B93-CDE2-A3FD-3EDF-6BD419DFE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40735-AA7B-EC63-41CD-ADE82AD76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B58830-E374-D8A0-E34C-4E0AEBBBBA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DF98D5-FE95-0418-CA04-B123C85A82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E58CEB-7412-88ED-7DCB-6C1D8495D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6F2C-22BA-4399-B32E-908D1598D838}" type="datetimeFigureOut">
              <a:rPr lang="ar-SA" smtClean="0"/>
              <a:t>10/11/1447</a:t>
            </a:fld>
            <a:endParaRPr lang="ar-S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974ECC-BE44-64CE-18C2-E6569F5D6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63D1F8-2878-6996-5F47-16990EA1F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0AF9-041B-4704-BBC7-39A180CE8E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10826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B2509-17D3-4207-5D94-AD4592851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EA53A6-C459-FC21-F079-88A14915D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6F2C-22BA-4399-B32E-908D1598D838}" type="datetimeFigureOut">
              <a:rPr lang="ar-SA" smtClean="0"/>
              <a:t>10/11/1447</a:t>
            </a:fld>
            <a:endParaRPr lang="ar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F44BB-6074-79D8-BBFD-773E74D85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0C1BF6-300F-028F-44AF-2AE80669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0AF9-041B-4704-BBC7-39A180CE8E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53057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773132-387B-79F1-6B48-4C311E3DA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6F2C-22BA-4399-B32E-908D1598D838}" type="datetimeFigureOut">
              <a:rPr lang="ar-SA" smtClean="0"/>
              <a:t>10/11/1447</a:t>
            </a:fld>
            <a:endParaRPr lang="ar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A5DDCC-533B-31A2-4789-F4B41D280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6A8F7-272D-D686-FEA8-EF929D5C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0AF9-041B-4704-BBC7-39A180CE8E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71980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921A5-E06E-D4BD-2D22-190249576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B4E4A-F10C-E3A0-71FF-4DCE905F8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8DB77-F46D-6222-BB8F-AE14EDA5E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E347B-B964-6B90-4973-309F61DB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6F2C-22BA-4399-B32E-908D1598D838}" type="datetimeFigureOut">
              <a:rPr lang="ar-SA" smtClean="0"/>
              <a:t>10/11/1447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D9ABB-AD92-E145-62C9-9FAA2529C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F2A44-7384-F574-3B31-BFF28C3F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0AF9-041B-4704-BBC7-39A180CE8E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7704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8E220-AB8B-5EDC-05E6-EFAD254B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858432-53F1-6529-073E-876B6E7B67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12F7F-77E3-ADFF-2DCF-DD0C835AF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886A5-4A4F-4AC0-B9B9-5E37D9918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6F2C-22BA-4399-B32E-908D1598D838}" type="datetimeFigureOut">
              <a:rPr lang="ar-SA" smtClean="0"/>
              <a:t>10/11/1447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40057-9053-9393-D0F3-00F8239CD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E5B69-2C4C-7BB2-556A-ED7E0FB6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0AF9-041B-4704-BBC7-39A180CE8E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767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438C9-900A-F66C-1693-5E9A6F886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D3F20-5DB0-47A4-DAE3-0A4C49CA8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01257-9386-D253-8A74-61A2D06D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6F2C-22BA-4399-B32E-908D1598D838}" type="datetimeFigureOut">
              <a:rPr lang="ar-SA" smtClean="0"/>
              <a:t>10/11/1447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80EAA-E6DC-A3DE-35F4-FCC5D9053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D0470-EFE8-0C8F-62FE-A250714CE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0AF9-041B-4704-BBC7-39A180CE8E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5542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605D46-914C-32E1-01F3-2D460E6775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D22B0-EA5E-3140-317F-573D095EF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3BEB7-914C-A522-DA2A-2B7F42ED9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76F2C-22BA-4399-B32E-908D1598D838}" type="datetimeFigureOut">
              <a:rPr lang="ar-SA" smtClean="0"/>
              <a:t>10/11/1447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69EA9-4654-B218-2838-8FFE8EA3E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57C75-077D-E50D-4D80-E50B95D15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D0AF9-041B-4704-BBC7-39A180CE8E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51829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AC4BA9-5572-D63D-4A04-226D266B9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982C4-5F4E-4E13-AC83-BF0B3385E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3582D-2661-99BC-1B35-C3D34689BC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76F2C-22BA-4399-B32E-908D1598D838}" type="datetimeFigureOut">
              <a:rPr lang="ar-SA" smtClean="0"/>
              <a:t>10/11/1447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A3A5C-C1EC-A91F-E099-C65E3CDF7D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F5517-85A6-F497-08F7-B431AD530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D0AF9-041B-4704-BBC7-39A180CE8E3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36311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FBCB5-0B12-5D74-35D5-AB081E5BB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47004" y="1122363"/>
            <a:ext cx="3320995" cy="477837"/>
          </a:xfrm>
        </p:spPr>
        <p:txBody>
          <a:bodyPr>
            <a:normAutofit/>
          </a:bodyPr>
          <a:lstStyle/>
          <a:p>
            <a:r>
              <a:rPr lang="en-US" sz="2000" dirty="0"/>
              <a:t>{{CSAT_SCORE}}</a:t>
            </a:r>
            <a:endParaRPr lang="ar-SA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15D558-A9B3-5F7B-FF60-F82E4094A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34036" y="4333558"/>
            <a:ext cx="2589475" cy="477837"/>
          </a:xfrm>
        </p:spPr>
        <p:txBody>
          <a:bodyPr/>
          <a:lstStyle/>
          <a:p>
            <a:r>
              <a:rPr lang="en-US"/>
              <a:t>{{NPS_SCORE}}</a:t>
            </a:r>
            <a:endParaRPr lang="ar-SA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A9E59E0-A9BB-6FD9-EFE5-A2BE0ADEC155}"/>
              </a:ext>
            </a:extLst>
          </p:cNvPr>
          <p:cNvSpPr txBox="1">
            <a:spLocks/>
          </p:cNvSpPr>
          <p:nvPr/>
        </p:nvSpPr>
        <p:spPr>
          <a:xfrm>
            <a:off x="7928774" y="2235739"/>
            <a:ext cx="2589475" cy="477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{{CES_SCORE}}</a:t>
            </a:r>
            <a:endParaRPr lang="ar-SA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60C9F11-BAEA-1CA1-3CAA-4DA4C001D124}"/>
              </a:ext>
            </a:extLst>
          </p:cNvPr>
          <p:cNvSpPr txBox="1">
            <a:spLocks/>
          </p:cNvSpPr>
          <p:nvPr/>
        </p:nvSpPr>
        <p:spPr>
          <a:xfrm>
            <a:off x="3318342" y="3190081"/>
            <a:ext cx="2589475" cy="47783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{{TOTAL_RESPONSES}}</a:t>
            </a:r>
            <a:endParaRPr lang="ar-SA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EA755E2-BAAC-35C6-AF44-B5C8CDB83F16}"/>
              </a:ext>
            </a:extLst>
          </p:cNvPr>
          <p:cNvSpPr txBox="1">
            <a:spLocks/>
          </p:cNvSpPr>
          <p:nvPr/>
        </p:nvSpPr>
        <p:spPr>
          <a:xfrm>
            <a:off x="2206485" y="4710106"/>
            <a:ext cx="2589475" cy="477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{{REPORT_DATE}}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025440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{{CSAT_SCORE}}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Alsuliman</dc:creator>
  <cp:lastModifiedBy>Ahmed Alsuliman</cp:lastModifiedBy>
  <cp:revision>1</cp:revision>
  <dcterms:created xsi:type="dcterms:W3CDTF">2026-04-26T11:04:24Z</dcterms:created>
  <dcterms:modified xsi:type="dcterms:W3CDTF">2026-04-26T11:06:27Z</dcterms:modified>
</cp:coreProperties>
</file>